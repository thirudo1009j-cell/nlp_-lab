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95DE85-FA69-48D2-B4B6-1E7621B6F27E}" v="60" dt="2026-06-05T07:26:34.09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8029" y="461899"/>
            <a:ext cx="715594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6337300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200" y="2671941"/>
            <a:ext cx="7162800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for Real-World Text Processing</a:t>
            </a:r>
            <a:br>
              <a:rPr lang="en-IN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91400" y="4232647"/>
            <a:ext cx="4229099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IN" sz="20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IN" sz="2000" b="1" spc="-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lang="en-IN" sz="2000" b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Thirumalainathan S – 192424019.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1295CA-02DB-F870-B4BB-8D2C41994180}"/>
              </a:ext>
            </a:extLst>
          </p:cNvPr>
          <p:cNvSpPr txBox="1"/>
          <p:nvPr/>
        </p:nvSpPr>
        <p:spPr>
          <a:xfrm>
            <a:off x="571501" y="4232646"/>
            <a:ext cx="3086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Dr.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T.Devi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8C647B-9D5D-91BE-0705-546DD3369AEA}"/>
              </a:ext>
            </a:extLst>
          </p:cNvPr>
          <p:cNvSpPr txBox="1"/>
          <p:nvPr/>
        </p:nvSpPr>
        <p:spPr>
          <a:xfrm>
            <a:off x="1821631" y="601481"/>
            <a:ext cx="8307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DSA0304 - NATURAL LANGUAGE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90600" y="1676399"/>
            <a:ext cx="4388224" cy="4479366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algn="just">
              <a:lnSpc>
                <a:spcPct val="150000"/>
              </a:lnSpc>
              <a:tabLst>
                <a:tab pos="773430" algn="l"/>
              </a:tabLst>
            </a:pP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C878722-C7AC-7C4C-8CCB-42468638C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461899"/>
            <a:ext cx="8837802" cy="430887"/>
          </a:xfrm>
        </p:spPr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800" dirty="0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93C34843-6F03-B5DC-1BE7-6B2052F7A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1" y="1427555"/>
            <a:ext cx="10820400" cy="5547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deal with huge amounts of text every day emails, messages, websites, and logs  and often need to find specific information hidden inside them.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or searching this text manually is slow and can lead to mistakes.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(Regex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special patterns used to automatically find, match, or check text — like finding all emails or phone numbers in one go.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is used in daily real-life tasks like form validation (checking email/phone number), searching documents,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logs.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simple, fast, and doesn't need any AI or training data — just clear rules to describe what we are looking for.</a:t>
            </a:r>
          </a:p>
          <a:p>
            <a:pPr lvl="1">
              <a:lnSpc>
                <a:spcPct val="200000"/>
              </a:lnSpc>
              <a:spcAft>
                <a:spcPts val="600"/>
              </a:spcAft>
              <a:buSzPct val="100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59446E-16D0-09BA-BF18-3525AEE7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40EB248D-F171-201A-3357-51CCB5984E8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A4402043-FA57-5B9B-F99D-A0B03E8B0EC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5464A16F-E27F-142B-6538-4E03360E0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957" y="647647"/>
            <a:ext cx="8837802" cy="430887"/>
          </a:xfrm>
        </p:spPr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D3D17E6-8AED-B39D-23C9-8105D7E42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143" y="3610927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1E4842-B28C-F849-79D5-7027C2546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975" y="3160753"/>
            <a:ext cx="5182049" cy="536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324BED-28F9-92C3-024B-848C34853E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133600"/>
            <a:ext cx="1043774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791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15175C-F4A2-75BB-14BA-4CC40F313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93B763D2-91B3-E5E6-2F19-118DB1DCAAC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398E5F4-358D-C9A4-636B-654F870BD5A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8A047A6-2685-924A-38AF-28D4B4FAB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957" y="647647"/>
            <a:ext cx="8837802" cy="430887"/>
          </a:xfrm>
        </p:spPr>
        <p:txBody>
          <a:bodyPr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Regex?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40082A-33D6-F26D-39EB-5E8DCE091511}"/>
              </a:ext>
            </a:extLst>
          </p:cNvPr>
          <p:cNvSpPr txBox="1"/>
          <p:nvPr/>
        </p:nvSpPr>
        <p:spPr>
          <a:xfrm>
            <a:off x="740810" y="2667000"/>
            <a:ext cx="9165189" cy="3118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(Regular Expression)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short code made of special characters used to find or match specific patterns inside a piece of text.</a:t>
            </a:r>
          </a:p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searches for a pattern, not an exact word — meaning it can find many different matching texts using just one rule.</a:t>
            </a:r>
          </a:p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check a phone number, regex says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"10 digits starting with 6, 7, 8, or 9"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and it instantly checks any number against this rule.</a:t>
            </a:r>
          </a:p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widely used in programming languages like Python, Java, and JavaScript, as well as tools like Notepad++ and VS Code, to search, validate, or extract text.</a:t>
            </a:r>
          </a:p>
          <a:p>
            <a:pPr marL="285750" indent="-2857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saves a lot of time and effort compared to manually checking or searching through large amounts of text.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08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F433B1-03C3-852D-F855-75429C34C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96F2B08A-6A02-9B62-BE32-5ACBFFF64EA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0606ADAA-40EA-89F4-7FB7-54E3850DBF7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DBFD91D-C8D9-D136-3CBD-47A9DDA6F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813173"/>
            <a:ext cx="9372600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rtl="0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is not just a coding concept — it is used in many everyday tools and systems to handle text quickly and accurately.</a:t>
            </a:r>
          </a:p>
          <a:p>
            <a:pPr rt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checking if an email, phone number, 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pincode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entered correctly in a form.</a:t>
            </a:r>
          </a:p>
          <a:p>
            <a:pPr rt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extraction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pulling out emails, links, or hashtags from a large piece of text.</a:t>
            </a:r>
          </a:p>
          <a:p>
            <a:pPr rt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finding errors, timestamps, or specific events in system/server log files.</a:t>
            </a:r>
          </a:p>
          <a:p>
            <a:pPr rt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retrieval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searching large documents or databases for text that matches a certain pattern.</a:t>
            </a:r>
          </a:p>
          <a:p>
            <a:pPr rt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removing unwanted symbols, extra spaces, or formatting errors from raw text.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B93DD6-7C96-FAC0-228F-AE6F78A6F28D}"/>
              </a:ext>
            </a:extLst>
          </p:cNvPr>
          <p:cNvSpPr txBox="1"/>
          <p:nvPr/>
        </p:nvSpPr>
        <p:spPr>
          <a:xfrm>
            <a:off x="2895600" y="678425"/>
            <a:ext cx="678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WORLD APPLICATION</a:t>
            </a:r>
          </a:p>
        </p:txBody>
      </p:sp>
    </p:spTree>
    <p:extLst>
      <p:ext uri="{BB962C8B-B14F-4D97-AF65-F5344CB8AC3E}">
        <p14:creationId xmlns:p14="http://schemas.microsoft.com/office/powerpoint/2010/main" val="2204985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567B952-3312-41CE-28EC-B32B2A05A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9DCE8513-E78E-61D9-5C2F-5FF344917B2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38441871-3540-C44F-1CB1-14085368B4C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3A6E2EF-6A93-3A76-7D7F-82FE4088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647647"/>
            <a:ext cx="8837802" cy="430887"/>
          </a:xfrm>
        </p:spPr>
        <p:txBody>
          <a:bodyPr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C9BFAD-4904-5926-910C-D92C4ABDFF51}"/>
              </a:ext>
            </a:extLst>
          </p:cNvPr>
          <p:cNvSpPr txBox="1"/>
          <p:nvPr/>
        </p:nvSpPr>
        <p:spPr>
          <a:xfrm>
            <a:off x="1046858" y="2057400"/>
            <a:ext cx="990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regex is powerful, it also has a few drawbacks to keep in mind.</a:t>
            </a:r>
          </a:p>
          <a:p>
            <a:pPr rt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read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complex patterns with many symbols can become confusing, even for experienced programmers.</a:t>
            </a:r>
          </a:p>
          <a:p>
            <a:pPr rt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maintain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as patterns grow longer, it becomes harder to update or fix them later.</a:t>
            </a:r>
          </a:p>
          <a:p>
            <a:pPr rt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understanding of meaning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regex only matches patterns/shapes of text; it doesn't understand context or meaning like AI does.</a:t>
            </a:r>
          </a:p>
          <a:p>
            <a:pPr rt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Error-prone for complex cases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writing a wrong pattern can miss valid matches or wrongly match unwanted text.</a:t>
            </a:r>
          </a:p>
          <a:p>
            <a:pPr rt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ideal for unstructured or highly varied text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struggles when text formats change a lot (e.g., different date styles, inconsistent formatting).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8266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9A1AE5F-8A70-0107-81C3-614A9EA4D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0874548A-3EC7-BF92-0EF0-278ABF91A8F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8A1A183-2BCF-FF19-EB7C-97B42656109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CF7EDCD-B8FA-C9CC-5009-9F7D0A2B0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5249" y="414027"/>
            <a:ext cx="2361501" cy="548883"/>
          </a:xfrm>
        </p:spPr>
        <p:txBody>
          <a:bodyPr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2800" dirty="0" err="1">
                <a:solidFill>
                  <a:srgbClr val="FFFFFF"/>
                </a:solidFill>
              </a:rPr>
              <a:t>SfM</a:t>
            </a:r>
            <a:r>
              <a:rPr lang="en-US" sz="2800" dirty="0">
                <a:solidFill>
                  <a:srgbClr val="FFFFFF"/>
                </a:solidFill>
              </a:rPr>
              <a:t> + MVS pipeline transforms overlapping drone images into accurate 3D terrain models</a:t>
            </a:r>
            <a:br>
              <a:rPr lang="en-US" sz="2800" dirty="0"/>
            </a:b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98E9BC-01C1-5F6D-2074-C1C178F43DF2}"/>
              </a:ext>
            </a:extLst>
          </p:cNvPr>
          <p:cNvSpPr txBox="1"/>
          <p:nvPr/>
        </p:nvSpPr>
        <p:spPr>
          <a:xfrm>
            <a:off x="1460934" y="2209800"/>
            <a:ext cx="960120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Regex is a simple yet powerful tool for finding, matching, and validating patterns in text.</a:t>
            </a:r>
          </a:p>
          <a:p>
            <a:pPr rtl="0"/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real-world tasks like form validation, data extraction, log analysis, and document search.</a:t>
            </a:r>
          </a:p>
          <a:p>
            <a:pPr rtl="0"/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saves time and effort compared to manually checking large amounts of text.</a:t>
            </a:r>
          </a:p>
          <a:p>
            <a:pPr rtl="0"/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 though it has some limitations with complex or unstructured text, it remains a fast and reliable tool for basic text processing.</a:t>
            </a:r>
          </a:p>
          <a:p>
            <a:pPr rtl="0"/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regex builds a strong foundation for more advanced areas of NLP and text processing in the future.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50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3A0EC608-E297-A651-BBB2-07B2A81762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4B509A6-6BA0-C71B-C425-14B8FCF515F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8473A6-9CF4-F338-7337-9E45FF807F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444500"/>
            <a:ext cx="4476750" cy="596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945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</TotalTime>
  <Words>659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Regular Expressions for Real-World Text Processing </vt:lpstr>
      <vt:lpstr>Introduction</vt:lpstr>
      <vt:lpstr>Workflow</vt:lpstr>
      <vt:lpstr>What is Regex?</vt:lpstr>
      <vt:lpstr>PowerPoint Presentation</vt:lpstr>
      <vt:lpstr>Challenges &amp; Limitations</vt:lpstr>
      <vt:lpstr>ConclusionSfM + MVS pipeline transforms overlapping drone images into accurate 3D terrain models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THIRU MALAI</cp:lastModifiedBy>
  <cp:revision>9</cp:revision>
  <dcterms:created xsi:type="dcterms:W3CDTF">2025-02-28T15:07:37Z</dcterms:created>
  <dcterms:modified xsi:type="dcterms:W3CDTF">2026-08-03T08:24:35Z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2025-02-28T00:00:00Z</vt:filetime>
  </property>
  <property fmtid="{D5CDD505-2E9C-101B-9397-08002B2CF9AE}" pid="5" name="Producer">
    <vt:lpwstr>Microsoft® PowerPoint® 2019</vt:lpwstr>
  </property>
</Properties>
</file>